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New hire IT onboarding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Wim Goossens, Head of HR</a:t>
            </a:r>
          </a:p>
          <a:p>
            <a:r>
              <a:t>2026-03-01  v3.0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policy sets out the rules on new hire it onboarding at Vandenberg Logistics NV.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equipment is ordered 10 working days before the start date and the manager sends the welcome plan 5 working days before the start 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External contractors follow the separate contractor onboarding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3.0, effective 2025-01-01. Supersedes version 1.2 (2022). Approved by the Management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hire IT onboarding Policy</dc:title>
  <dc:subject/>
  <dc:creator>Wim Goossens</dc:creator>
  <cp:keywords/>
  <dc:description>generated using python-pptx</dc:description>
  <cp:lastModifiedBy>Wim Goossens</cp:lastModifiedBy>
  <cp:revision>1</cp:revision>
  <dcterms:created xsi:type="dcterms:W3CDTF">2026-01-30T16:57:00Z</dcterms:created>
  <dcterms:modified xsi:type="dcterms:W3CDTF">2026-03-01T16:57:00Z</dcterms:modified>
  <cp:category/>
</cp:coreProperties>
</file>
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Double-check with HR before the next all-hands.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Ops team meeting - September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Safety reminders</a:t>
            </a:r>
          </a:p>
          <a:p>
            <a:r>
              <a:t>Delivery KPIs</a:t>
            </a:r>
          </a:p>
          <a:p>
            <a:r>
              <a:t>HR updates</a:t>
            </a:r>
          </a:p>
          <a:p>
            <a:r>
              <a:t>AOB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 overview for new joiners in our team, written by the Warehouse Supervisor.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Everyone gets 2,500 euro if the training is technical.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what HR told us last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 Team Cheat Sheet - Training budget</dc:title>
  <dc:subject/>
  <dc:creator/>
  <cp:keywords/>
  <dc:description>generated using python-pptx</dc:description>
  <cp:lastModifiedBy/>
  <cp:revision>2</cp:revision>
  <dcterms:created xsi:type="dcterms:W3CDTF">2025-08-14T11:51:00Z</dcterms:created>
  <dcterms:modified xsi:type="dcterms:W3CDTF">2025-09-13T11:51:00Z</dcterms:modified>
  <cp:category/>
</cp:coreProperties>
</file>
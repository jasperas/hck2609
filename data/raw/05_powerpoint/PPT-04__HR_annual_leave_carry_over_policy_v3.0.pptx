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leave carry-over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Wim Goossens, Head of HR</a:t>
            </a:r>
          </a:p>
          <a:p>
            <a:r>
              <a:t>2026-05-06  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policy sets out the rules on annual leave carry-over at Vandenberg Logistics NV.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maximum of 5 unused vacation days can be carried over and must be taken before 31 March.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Statutory leave days are handled separately under local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3.0, effective 2025-01-01. Supersedes version 1.2 (2022). Approved by the Management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leave carry-over Policy</dc:title>
  <dc:subject/>
  <dc:creator>Wim Goossens</dc:creator>
  <cp:keywords/>
  <dc:description>generated using python-pptx</dc:description>
  <cp:lastModifiedBy>Wim Goossens</cp:lastModifiedBy>
  <cp:revision>1</cp:revision>
  <dcterms:created xsi:type="dcterms:W3CDTF">2026-04-06T09:52:00Z</dcterms:created>
  <dcterms:modified xsi:type="dcterms:W3CDTF">2026-05-06T09:52:00Z</dcterms:modified>
  <cp:category/>
</cp:coreProperties>
</file>
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FAQ - Parental leave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Nadia El Amrani, HR Business Partner</a:t>
            </a:r>
          </a:p>
          <a:p>
            <a:r>
              <a:t>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long is our parental leave these days?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Parental leave is 16 weeks fully paid for the primary caregiver and 8 weeks fully paid for the secondary caregiver.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the policy on the HR SharePoint or contact HR.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FAQ - Parental leave</dc:title>
  <dc:subject/>
  <dc:creator>Nadia El Amrani</dc:creator>
  <cp:keywords/>
  <dc:description>generated using python-pptx</dc:description>
  <cp:lastModifiedBy>Nadia El Amrani</cp:lastModifiedBy>
  <cp:revision>2</cp:revision>
  <dcterms:created xsi:type="dcterms:W3CDTF">2026-05-15T14:30:00Z</dcterms:created>
  <dcterms:modified xsi:type="dcterms:W3CDTF">2026-06-14T14:30:00Z</dcterms:modified>
  <cp:category/>
</cp:coreProperties>
</file>
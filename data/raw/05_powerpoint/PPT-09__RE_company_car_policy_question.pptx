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HR FAQ - Company car policy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Sofie Claes, HR Policy Manager</a:t>
            </a:r>
          </a:p>
          <a:p>
            <a:r>
              <a:t>2026-09-23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kind of company car can I order?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New lease contracts are limited to fully electric vehicles with a list price up to EUR 55,000.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More info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See the policy on the HR SharePoint or contact HR.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FAQ - Company car policy</dc:title>
  <dc:subject/>
  <dc:creator>Sofie Claes</dc:creator>
  <cp:keywords/>
  <dc:description>generated using python-pptx</dc:description>
  <cp:lastModifiedBy>Sofie Claes</cp:lastModifiedBy>
  <cp:revision>5</cp:revision>
  <dcterms:created xsi:type="dcterms:W3CDTF">2026-08-24T11:43:00Z</dcterms:created>
  <dcterms:modified xsi:type="dcterms:W3CDTF">2026-09-23T11:43:00Z</dcterms:modified>
  <cp:category/>
</cp:coreProperties>
</file>
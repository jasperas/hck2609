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approved. Waiting for legal and MC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DRAFT - Sick leave notification Policy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Bram Wouters, HR Business Analyst</a:t>
            </a:r>
          </a:p>
          <a:p>
            <a:r>
              <a:t>2026-08-29  v0.4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is a proposal and has not been approved.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Proposal: a medical certificate is required from the 1st day of absence.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Legal review pending. Budget impact to be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- Sick leave notification Policy Proposal</dc:title>
  <dc:subject/>
  <dc:creator>Bram Wouters</dc:creator>
  <cp:keywords/>
  <dc:description>generated using python-pptx</dc:description>
  <cp:lastModifiedBy>Bram Wouters</cp:lastModifiedBy>
  <cp:revision>1</cp:revision>
  <dcterms:created xsi:type="dcterms:W3CDTF">2026-07-30T13:19:00Z</dcterms:created>
  <dcterms:modified xsi:type="dcterms:W3CDTF">2026-08-29T13:19:00Z</dcterms:modified>
  <cp:category/>
</cp:coreProperties>
</file>
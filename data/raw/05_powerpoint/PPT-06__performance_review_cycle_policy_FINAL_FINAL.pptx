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Performance review cycle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Marleen Vos, HR Officer (left company 2022)</a:t>
            </a:r>
          </a:p>
          <a:p>
            <a:r>
              <a:t>2022-10-18 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policy sets out the rules on performance review cycle at Vandenberg Logistics NV.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is one annual performance review in Q4.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1.2, effective 2021-07-01. Next review: 2023-10-18.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review cycle Policy</dc:title>
  <dc:subject/>
  <dc:creator>Marleen Vos</dc:creator>
  <cp:keywords/>
  <dc:description>generated using python-pptx</dc:description>
  <cp:lastModifiedBy>Marleen Vos</cp:lastModifiedBy>
  <cp:revision>5</cp:revision>
  <dcterms:created xsi:type="dcterms:W3CDTF">2022-09-18T17:37:00Z</dcterms:created>
  <dcterms:modified xsi:type="dcterms:W3CDTF">2022-10-18T17:37:00Z</dcterms:modified>
  <cp:category/>
</cp:coreProperties>
</file>
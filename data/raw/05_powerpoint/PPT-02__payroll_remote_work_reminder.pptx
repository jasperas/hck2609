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Payroll Info Sheet - Remote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Anke Dierckx, Payroll Coordinator</a:t>
            </a:r>
          </a:p>
          <a:p>
            <a:r>
              <a:t>2025-03-05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may work remotely up to 3 days per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Payroll for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Payroll Info Sheet - Remote work</dc:title>
  <dc:subject/>
  <dc:creator>Anke Dierckx</dc:creator>
  <cp:keywords/>
  <dc:description>generated using python-pptx</dc:description>
  <cp:lastModifiedBy>Anke Dierckx</cp:lastModifiedBy>
  <cp:revision>4</cp:revision>
  <dcterms:created xsi:type="dcterms:W3CDTF">2025-02-03T16:44:00Z</dcterms:created>
  <dcterms:modified xsi:type="dcterms:W3CDTF">2025-03-05T16:44:00Z</dcterms:modified>
  <cp:category/>
</cp:coreProperties>
</file>
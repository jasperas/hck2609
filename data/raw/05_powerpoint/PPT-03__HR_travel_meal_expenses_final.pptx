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Travel meal expenses Policy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Jan Peeters, HR Advisor (left company 2023)</a:t>
            </a:r>
          </a:p>
          <a:p>
            <a:r>
              <a:t>2023-09-18 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policy sets out the rules on travel meal expenses at Vandenberg Logistics NV.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Meals during business travel are reimbursed up to EUR 45 per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Version 1.2, effective 2021-07-01. Next review: 2024-09-17.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meal expenses Policy</dc:title>
  <dc:subject/>
  <dc:creator>Jan Peeters</dc:creator>
  <cp:keywords/>
  <dc:description>generated using python-pptx</dc:description>
  <cp:lastModifiedBy>Jan Peeters</cp:lastModifiedBy>
  <cp:revision>9</cp:revision>
  <dcterms:created xsi:type="dcterms:W3CDTF">2023-08-19T13:06:00Z</dcterms:created>
  <dcterms:modified xsi:type="dcterms:W3CDTF">2023-09-18T13:06:00Z</dcterms:modified>
  <cp:category/>
</cp:coreProperties>
</file>